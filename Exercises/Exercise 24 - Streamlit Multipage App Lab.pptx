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6"/>
  </p:notesMasterIdLst>
  <p:sldIdLst>
    <p:sldId id="256" r:id="rId5"/>
    <p:sldId id="354" r:id="rId6"/>
    <p:sldId id="432" r:id="rId7"/>
    <p:sldId id="433" r:id="rId8"/>
    <p:sldId id="434" r:id="rId9"/>
    <p:sldId id="435" r:id="rId10"/>
    <p:sldId id="436" r:id="rId11"/>
    <p:sldId id="437" r:id="rId12"/>
    <p:sldId id="438" r:id="rId13"/>
    <p:sldId id="439" r:id="rId14"/>
    <p:sldId id="327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C596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21" autoAdjust="0"/>
    <p:restoredTop sz="94712" autoAdjust="0"/>
  </p:normalViewPr>
  <p:slideViewPr>
    <p:cSldViewPr snapToGrid="0">
      <p:cViewPr varScale="1">
        <p:scale>
          <a:sx n="85" d="100"/>
          <a:sy n="85" d="100"/>
        </p:scale>
        <p:origin x="104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39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798B7E-6604-4F74-86DB-B30627D56244}" type="datetimeFigureOut">
              <a:rPr lang="en-US" smtClean="0"/>
              <a:t>5/9/2026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F28A1F-3E69-47E5-AE93-E7F2155A242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59332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F28A1F-3E69-47E5-AE93-E7F2155A242D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5184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798B13-3B32-4354-B2B5-3165F2F6E6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3611" y="1676409"/>
            <a:ext cx="3923999" cy="2436592"/>
          </a:xfrm>
        </p:spPr>
        <p:txBody>
          <a:bodyPr lIns="0" tIns="0" rIns="0" bIns="0" anchor="b">
            <a:noAutofit/>
          </a:bodyPr>
          <a:lstStyle>
            <a:lvl1pPr>
              <a:lnSpc>
                <a:spcPct val="70000"/>
              </a:lnSpc>
              <a:defRPr sz="7200" spc="-3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BB88CF-DF4F-4857-8602-72BCF5DDCDA1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7873612" y="4611901"/>
            <a:ext cx="3924000" cy="684000"/>
          </a:xfrm>
        </p:spPr>
        <p:txBody>
          <a:bodyPr lIns="0" tIns="0" rIns="0" bIns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7EEBB7C-1679-4665-8688-1FA973E73DC1}"/>
              </a:ext>
            </a:extLst>
          </p:cNvPr>
          <p:cNvCxnSpPr/>
          <p:nvPr userDrawn="1"/>
        </p:nvCxnSpPr>
        <p:spPr>
          <a:xfrm>
            <a:off x="7874732" y="4373775"/>
            <a:ext cx="3924000" cy="0"/>
          </a:xfrm>
          <a:prstGeom prst="line">
            <a:avLst/>
          </a:prstGeom>
          <a:ln w="63500">
            <a:gradFill>
              <a:gsLst>
                <a:gs pos="0">
                  <a:schemeClr val="accent2"/>
                </a:gs>
                <a:gs pos="100000">
                  <a:schemeClr val="accent2">
                    <a:lumMod val="50000"/>
                  </a:schemeClr>
                </a:gs>
              </a:gsLst>
              <a:lin ang="0" scaled="0"/>
            </a:gra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F1E3214F-3A93-4A1C-920D-D86BE35A58FB}"/>
              </a:ext>
            </a:extLst>
          </p:cNvPr>
          <p:cNvSpPr/>
          <p:nvPr userDrawn="1"/>
        </p:nvSpPr>
        <p:spPr>
          <a:xfrm>
            <a:off x="0" y="1"/>
            <a:ext cx="7512000" cy="672147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13E97E5-C83B-444A-8C07-35D699E7C34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dirty="0"/>
              <a:t>PAGE </a:t>
            </a:r>
            <a:fld id="{4A9B5881-4007-4345-955A-79C2656F0C4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65322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798B13-3B32-4354-B2B5-3165F2F6E6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3611" y="1676409"/>
            <a:ext cx="3923999" cy="2436592"/>
          </a:xfrm>
        </p:spPr>
        <p:txBody>
          <a:bodyPr lIns="0" tIns="0" rIns="0" bIns="0" anchor="b">
            <a:noAutofit/>
          </a:bodyPr>
          <a:lstStyle>
            <a:lvl1pPr>
              <a:lnSpc>
                <a:spcPct val="70000"/>
              </a:lnSpc>
              <a:defRPr sz="7200" spc="-3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BB88CF-DF4F-4857-8602-72BCF5DDCDA1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7873612" y="4611901"/>
            <a:ext cx="3924000" cy="684000"/>
          </a:xfrm>
        </p:spPr>
        <p:txBody>
          <a:bodyPr lIns="0" tIns="0" rIns="0" bIns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7EEBB7C-1679-4665-8688-1FA973E73DC1}"/>
              </a:ext>
            </a:extLst>
          </p:cNvPr>
          <p:cNvCxnSpPr/>
          <p:nvPr userDrawn="1"/>
        </p:nvCxnSpPr>
        <p:spPr>
          <a:xfrm>
            <a:off x="7874732" y="4373775"/>
            <a:ext cx="3924000" cy="0"/>
          </a:xfrm>
          <a:prstGeom prst="line">
            <a:avLst/>
          </a:prstGeom>
          <a:ln w="63500">
            <a:gradFill>
              <a:gsLst>
                <a:gs pos="0">
                  <a:schemeClr val="accent2"/>
                </a:gs>
                <a:gs pos="100000">
                  <a:schemeClr val="accent2">
                    <a:lumMod val="50000"/>
                  </a:schemeClr>
                </a:gs>
              </a:gsLst>
              <a:lin ang="0" scaled="0"/>
            </a:gra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F1E3214F-3A93-4A1C-920D-D86BE35A58FB}"/>
              </a:ext>
            </a:extLst>
          </p:cNvPr>
          <p:cNvSpPr/>
          <p:nvPr userDrawn="1"/>
        </p:nvSpPr>
        <p:spPr>
          <a:xfrm>
            <a:off x="0" y="1"/>
            <a:ext cx="7512000" cy="672147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13E97E5-C83B-444A-8C07-35D699E7C34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dirty="0"/>
              <a:t>PAGE </a:t>
            </a:r>
            <a:fld id="{4A9B5881-4007-4345-955A-79C2656F0C4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2641ECAC-0557-4843-8433-067E4414E2F5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-1" y="0"/>
            <a:ext cx="7512001" cy="6727855"/>
          </a:xfrm>
          <a:solidFill>
            <a:schemeClr val="tx1">
              <a:lumMod val="85000"/>
              <a:lumOff val="1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 i="1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Insert Your Picture Here</a:t>
            </a:r>
          </a:p>
        </p:txBody>
      </p:sp>
    </p:spTree>
    <p:extLst>
      <p:ext uri="{BB962C8B-B14F-4D97-AF65-F5344CB8AC3E}">
        <p14:creationId xmlns:p14="http://schemas.microsoft.com/office/powerpoint/2010/main" val="33943833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91AD08-4E28-4191-9B62-EAD61608E5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11076"/>
            <a:ext cx="6273800" cy="833663"/>
          </a:xfrm>
          <a:solidFill>
            <a:schemeClr val="accent2">
              <a:lumMod val="50000"/>
            </a:schemeClr>
          </a:solidFill>
        </p:spPr>
        <p:txBody>
          <a:bodyPr tIns="108000" bIns="108000">
            <a:spAutoFit/>
          </a:bodyPr>
          <a:lstStyle>
            <a:lvl1pPr>
              <a:lnSpc>
                <a:spcPct val="100000"/>
              </a:lnSpc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BF853D-76DB-46F3-AF6C-1E77C8E06A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273800" cy="435133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60D61A-B9FD-4DFF-AC42-4069DAFE23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dirty="0"/>
              <a:t>PAGE </a:t>
            </a:r>
            <a:fld id="{4A9B5881-4007-4345-955A-79C2656F0C4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92366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W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91AD08-4E28-4191-9B62-EAD61608E5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11077"/>
            <a:ext cx="6273800" cy="833663"/>
          </a:xfrm>
          <a:solidFill>
            <a:schemeClr val="accent2">
              <a:lumMod val="50000"/>
            </a:schemeClr>
          </a:solidFill>
        </p:spPr>
        <p:txBody>
          <a:bodyPr vert="horz" lIns="91440" tIns="108000" rIns="91440" bIns="108000" rtlCol="0" anchor="ctr">
            <a:spAutoFit/>
          </a:bodyPr>
          <a:lstStyle>
            <a:lvl1pPr>
              <a:defRPr lang="en-US" sz="400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BF853D-76DB-46F3-AF6C-1E77C8E06A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60D61A-B9FD-4DFF-AC42-4069DAFE23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dirty="0"/>
              <a:t>PAGE </a:t>
            </a:r>
            <a:fld id="{4A9B5881-4007-4345-955A-79C2656F0C4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45710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6D3C5ED2-B01D-4104-B193-BC78D76A4646}"/>
              </a:ext>
            </a:extLst>
          </p:cNvPr>
          <p:cNvSpPr>
            <a:spLocks noGrp="1"/>
          </p:cNvSpPr>
          <p:nvPr>
            <p:ph type="pic" idx="11" hasCustomPrompt="1"/>
          </p:nvPr>
        </p:nvSpPr>
        <p:spPr>
          <a:xfrm>
            <a:off x="0" y="0"/>
            <a:ext cx="6305550" cy="6721475"/>
          </a:xfrm>
          <a:noFill/>
        </p:spPr>
        <p:txBody>
          <a:bodyPr anchor="ctr">
            <a:normAutofit/>
          </a:bodyPr>
          <a:lstStyle>
            <a:lvl1pPr marL="0" indent="0" algn="ctr">
              <a:buNone/>
              <a:defRPr sz="1400" i="1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Insert Your Picture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91AD08-4E28-4191-9B62-EAD61608E5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57974" y="611077"/>
            <a:ext cx="4695825" cy="833663"/>
          </a:xfrm>
          <a:solidFill>
            <a:schemeClr val="accent2">
              <a:lumMod val="50000"/>
            </a:schemeClr>
          </a:solidFill>
        </p:spPr>
        <p:txBody>
          <a:bodyPr wrap="square" tIns="108000" bIns="108000">
            <a:spAutoFit/>
          </a:bodyPr>
          <a:lstStyle>
            <a:lvl1pPr>
              <a:lnSpc>
                <a:spcPct val="100000"/>
              </a:lnSpc>
              <a:defRPr sz="4000"/>
            </a:lvl1pPr>
          </a:lstStyle>
          <a:p>
            <a:r>
              <a:rPr lang="en-US" dirty="0"/>
              <a:t>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BF853D-76DB-46F3-AF6C-1E77C8E06A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57974" y="1825625"/>
            <a:ext cx="4695826" cy="435133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60D61A-B9FD-4DFF-AC42-4069DAFE23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353800" y="6361475"/>
            <a:ext cx="838200" cy="360000"/>
          </a:xfrm>
        </p:spPr>
        <p:txBody>
          <a:bodyPr/>
          <a:lstStyle/>
          <a:p>
            <a:r>
              <a:rPr lang="en-US" dirty="0"/>
              <a:t>PAGE </a:t>
            </a:r>
            <a:fld id="{4A9B5881-4007-4345-955A-79C2656F0C4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79040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- Horizontal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91AD08-4E28-4191-9B62-EAD61608E5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4305300" cy="6721472"/>
          </a:xfrm>
          <a:gradFill>
            <a:gsLst>
              <a:gs pos="1000">
                <a:schemeClr val="tx1">
                  <a:lumMod val="85000"/>
                  <a:lumOff val="15000"/>
                </a:schemeClr>
              </a:gs>
              <a:gs pos="100000">
                <a:schemeClr val="accent2">
                  <a:lumMod val="50000"/>
                </a:schemeClr>
              </a:gs>
            </a:gsLst>
            <a:lin ang="12600000" scaled="0"/>
          </a:gradFill>
        </p:spPr>
        <p:txBody>
          <a:bodyPr vert="horz" lIns="396000" tIns="0" rIns="396000" bIns="0" rtlCol="0" anchor="ctr">
            <a:noAutofit/>
          </a:bodyPr>
          <a:lstStyle>
            <a:lvl1pPr algn="r">
              <a:lnSpc>
                <a:spcPct val="70000"/>
              </a:lnSpc>
              <a:defRPr lang="en-US" sz="5200" b="0" spc="-150" dirty="0"/>
            </a:lvl1pPr>
          </a:lstStyle>
          <a:p>
            <a:pPr lvl="0" algn="r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BF853D-76DB-46F3-AF6C-1E77C8E06A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05350" y="365124"/>
            <a:ext cx="6648448" cy="5984875"/>
          </a:xfrm>
        </p:spPr>
        <p:txBody>
          <a:bodyPr lIns="108000" tIns="108000" rIns="108000" bIns="108000"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7746CAFB-2B99-470B-B55B-9BF378E3A04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dirty="0"/>
              <a:t>PAGE </a:t>
            </a:r>
            <a:fld id="{4A9B5881-4007-4345-955A-79C2656F0C4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04963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Horizontal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65237DA4-112F-40B2-8C8C-EB23506D9C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12000" y="0"/>
            <a:ext cx="4680000" cy="6721473"/>
          </a:xfrm>
          <a:gradFill>
            <a:gsLst>
              <a:gs pos="1000">
                <a:schemeClr val="tx1">
                  <a:lumMod val="85000"/>
                  <a:lumOff val="15000"/>
                </a:schemeClr>
              </a:gs>
              <a:gs pos="100000">
                <a:schemeClr val="accent2">
                  <a:lumMod val="50000"/>
                </a:schemeClr>
              </a:gs>
            </a:gsLst>
            <a:lin ang="12600000" scaled="0"/>
          </a:gradFill>
        </p:spPr>
        <p:txBody>
          <a:bodyPr lIns="396000" rIns="396000">
            <a:normAutofit/>
          </a:bodyPr>
          <a:lstStyle>
            <a:lvl1pPr>
              <a:lnSpc>
                <a:spcPct val="70000"/>
              </a:lnSpc>
              <a:defRPr sz="5200" spc="-1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BF853D-76DB-46F3-AF6C-1E77C8E06A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65124"/>
            <a:ext cx="6156323" cy="5984875"/>
          </a:xfrm>
        </p:spPr>
        <p:txBody>
          <a:bodyPr lIns="108000" tIns="108000" rIns="108000" bIns="108000"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7746CAFB-2B99-470B-B55B-9BF378E3A04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solidFill>
            <a:schemeClr val="bg1">
              <a:lumMod val="85000"/>
            </a:schemeClr>
          </a:solidFill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dirty="0"/>
              <a:t>PAGE </a:t>
            </a:r>
            <a:fld id="{4A9B5881-4007-4345-955A-79C2656F0C4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4986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Horizontal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60D61A-B9FD-4DFF-AC42-4069DAFE23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dirty="0"/>
              <a:t>PAGE </a:t>
            </a:r>
            <a:fld id="{4A9B5881-4007-4345-955A-79C2656F0C4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68E6EF2-4B2F-4D0D-9505-CE92872972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05350" y="611076"/>
            <a:ext cx="6648448" cy="5738923"/>
          </a:xfrm>
        </p:spPr>
        <p:txBody>
          <a:bodyPr lIns="108000" tIns="108000" rIns="108000" b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91A21B9-BA54-413B-940E-027C32E4D4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11076"/>
            <a:ext cx="3440502" cy="2064769"/>
          </a:xfrm>
          <a:solidFill>
            <a:schemeClr val="accent2">
              <a:lumMod val="50000"/>
            </a:schemeClr>
          </a:solidFill>
        </p:spPr>
        <p:txBody>
          <a:bodyPr wrap="square" tIns="108000" bIns="108000" anchor="t">
            <a:spAutoFit/>
          </a:bodyPr>
          <a:lstStyle>
            <a:lvl1pPr>
              <a:lnSpc>
                <a:spcPct val="10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00512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2BDA7-8BE9-42D5-ACF1-0F51423A20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CEF73F-3CCA-4312-8E9C-2B4629DA1F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3BF716-502C-4821-A3A0-19C2C508EE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dirty="0"/>
              <a:t>PAGE </a:t>
            </a:r>
            <a:fld id="{4A9B5881-4007-4345-955A-79C2656F0C4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59831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AB651-5612-4E6A-9B35-A555D082EC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1389A2-D77B-40CA-AD1E-0178AEFAD1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DCA993-CBEA-48C5-BD35-50ABDFF640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ED8E0-95EC-469F-9B7E-562FBDFDE6C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dirty="0"/>
              <a:t>PAGE </a:t>
            </a:r>
            <a:fld id="{4A9B5881-4007-4345-955A-79C2656F0C4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63448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776F88-2A37-410D-A685-E455AF3D07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764B46-B015-44F7-8DC0-AFB8D275E4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3C8232-2077-497A-9142-B787E2B03A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F6077C-D913-4FD0-B6E0-6D70BEFD40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3905DBB-3AA9-4435-AC97-732293FDE7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54C901-FCAF-4DFB-A621-6A969641CA7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dirty="0"/>
              <a:t>PAGE </a:t>
            </a:r>
            <a:fld id="{4A9B5881-4007-4345-955A-79C2656F0C4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21455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AF2623-2255-4BBA-9577-B3A3FD2AE8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259F0F0-5E7C-4FC9-8E90-6ADCD7A714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dirty="0"/>
              <a:t>PAGE </a:t>
            </a:r>
            <a:fld id="{4A9B5881-4007-4345-955A-79C2656F0C4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55322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A9D3FFB-BE14-4D90-A515-10EDD1BEE6F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dirty="0"/>
              <a:t>PAGE </a:t>
            </a:r>
            <a:fld id="{4A9B5881-4007-4345-955A-79C2656F0C4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76739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451E51-BE82-4B1B-9CB6-89C26464DB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CCBF8C-3CF7-47E6-9AB0-15584178B4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07DA3C-0298-45CF-AFC3-41031C0763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C4FF87-D01E-416B-9EF8-E107C4EDDC4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dirty="0"/>
              <a:t>PAGE </a:t>
            </a:r>
            <a:fld id="{4A9B5881-4007-4345-955A-79C2656F0C4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53345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A5851185-BC8F-4E3A-8DDD-F9AC47525882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6199981" y="778850"/>
            <a:ext cx="5688013" cy="3506561"/>
          </a:xfrm>
          <a:custGeom>
            <a:avLst/>
            <a:gdLst>
              <a:gd name="connsiteX0" fmla="*/ 0 w 5688013"/>
              <a:gd name="connsiteY0" fmla="*/ 0 h 3506561"/>
              <a:gd name="connsiteX1" fmla="*/ 5688013 w 5688013"/>
              <a:gd name="connsiteY1" fmla="*/ 0 h 3506561"/>
              <a:gd name="connsiteX2" fmla="*/ 5688013 w 5688013"/>
              <a:gd name="connsiteY2" fmla="*/ 3506561 h 3506561"/>
              <a:gd name="connsiteX3" fmla="*/ 0 w 5688013"/>
              <a:gd name="connsiteY3" fmla="*/ 3506561 h 3506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88013" h="3506561">
                <a:moveTo>
                  <a:pt x="0" y="0"/>
                </a:moveTo>
                <a:lnTo>
                  <a:pt x="5688013" y="0"/>
                </a:lnTo>
                <a:lnTo>
                  <a:pt x="5688013" y="3506561"/>
                </a:lnTo>
                <a:lnTo>
                  <a:pt x="0" y="3506561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/>
          <a:p>
            <a:r>
              <a:rPr lang="en-US" dirty="0"/>
              <a:t>Photo Placeholders. Click icon to add picture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20F0FE11-6E2B-408B-B478-B89A9280A3F1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673534" y="1104518"/>
            <a:ext cx="5221224" cy="2587752"/>
          </a:xfrm>
        </p:spPr>
        <p:txBody>
          <a:bodyPr anchor="t"/>
          <a:lstStyle>
            <a:lvl1pPr>
              <a:defRPr sz="5400" b="0" i="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68010824-0DBB-43F2-A9A7-1358D92209EB}"/>
              </a:ext>
            </a:extLst>
          </p:cNvPr>
          <p:cNvSpPr>
            <a:spLocks noGrp="1"/>
          </p:cNvSpPr>
          <p:nvPr userDrawn="1">
            <p:ph type="body" sz="quarter" idx="19"/>
          </p:nvPr>
        </p:nvSpPr>
        <p:spPr>
          <a:xfrm>
            <a:off x="6697270" y="4618487"/>
            <a:ext cx="4690872" cy="274320"/>
          </a:xfrm>
        </p:spPr>
        <p:txBody>
          <a:bodyPr/>
          <a:lstStyle>
            <a:lvl1pPr algn="l">
              <a:defRPr sz="1200" b="0">
                <a:solidFill>
                  <a:schemeClr val="tx1"/>
                </a:solidFill>
                <a:latin typeface="+mj-lt"/>
              </a:defRPr>
            </a:lvl1pPr>
            <a:lvl2pPr>
              <a:defRPr sz="1200">
                <a:solidFill>
                  <a:schemeClr val="accent5"/>
                </a:solidFill>
              </a:defRPr>
            </a:lvl2pPr>
            <a:lvl3pPr>
              <a:defRPr sz="1200">
                <a:solidFill>
                  <a:schemeClr val="accent5"/>
                </a:solidFill>
              </a:defRPr>
            </a:lvl3pPr>
            <a:lvl4pPr>
              <a:defRPr sz="1200">
                <a:solidFill>
                  <a:schemeClr val="accent5"/>
                </a:solidFill>
              </a:defRPr>
            </a:lvl4pPr>
            <a:lvl5pPr>
              <a:defRPr sz="1200"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17DF0A48-F214-4A96-B060-2BCB622DA46C}"/>
              </a:ext>
            </a:extLst>
          </p:cNvPr>
          <p:cNvSpPr>
            <a:spLocks noGrp="1"/>
          </p:cNvSpPr>
          <p:nvPr userDrawn="1">
            <p:ph type="body" sz="quarter" idx="21"/>
          </p:nvPr>
        </p:nvSpPr>
        <p:spPr>
          <a:xfrm>
            <a:off x="6697270" y="4911443"/>
            <a:ext cx="4690872" cy="1280160"/>
          </a:xfrm>
        </p:spPr>
        <p:txBody>
          <a:bodyPr/>
          <a:lstStyle>
            <a:lvl1pPr algn="l">
              <a:defRPr sz="1100" b="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accent5"/>
                </a:solidFill>
              </a:defRPr>
            </a:lvl2pPr>
            <a:lvl3pPr>
              <a:defRPr sz="1200">
                <a:solidFill>
                  <a:schemeClr val="accent5"/>
                </a:solidFill>
              </a:defRPr>
            </a:lvl3pPr>
            <a:lvl4pPr>
              <a:defRPr sz="1200">
                <a:solidFill>
                  <a:schemeClr val="accent5"/>
                </a:solidFill>
              </a:defRPr>
            </a:lvl4pPr>
            <a:lvl5pPr>
              <a:defRPr sz="1200"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68F17923-A5DA-4F59-AAE9-2AB2C70BFE5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73534" y="4045150"/>
            <a:ext cx="5221224" cy="274320"/>
          </a:xfrm>
        </p:spPr>
        <p:txBody>
          <a:bodyPr/>
          <a:lstStyle>
            <a:lvl1pPr algn="l">
              <a:defRPr sz="1200" b="0">
                <a:solidFill>
                  <a:schemeClr val="tx1"/>
                </a:solidFill>
                <a:latin typeface="+mj-lt"/>
              </a:defRPr>
            </a:lvl1pPr>
            <a:lvl2pPr>
              <a:defRPr sz="1200">
                <a:solidFill>
                  <a:schemeClr val="accent5"/>
                </a:solidFill>
              </a:defRPr>
            </a:lvl2pPr>
            <a:lvl3pPr>
              <a:defRPr sz="1200">
                <a:solidFill>
                  <a:schemeClr val="accent5"/>
                </a:solidFill>
              </a:defRPr>
            </a:lvl3pPr>
            <a:lvl4pPr>
              <a:defRPr sz="1200">
                <a:solidFill>
                  <a:schemeClr val="accent5"/>
                </a:solidFill>
              </a:defRPr>
            </a:lvl4pPr>
            <a:lvl5pPr>
              <a:defRPr sz="1200"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Text Placeholder 9">
            <a:extLst>
              <a:ext uri="{FF2B5EF4-FFF2-40B4-BE49-F238E27FC236}">
                <a16:creationId xmlns:a16="http://schemas.microsoft.com/office/drawing/2014/main" id="{C1E3980B-FDCC-42C2-8314-F77E7054CD0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73534" y="4339213"/>
            <a:ext cx="5221224" cy="603504"/>
          </a:xfrm>
        </p:spPr>
        <p:txBody>
          <a:bodyPr/>
          <a:lstStyle>
            <a:lvl1pPr algn="l">
              <a:defRPr sz="1100" b="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accent5"/>
                </a:solidFill>
              </a:defRPr>
            </a:lvl2pPr>
            <a:lvl3pPr>
              <a:defRPr sz="1200">
                <a:solidFill>
                  <a:schemeClr val="accent5"/>
                </a:solidFill>
              </a:defRPr>
            </a:lvl3pPr>
            <a:lvl4pPr>
              <a:defRPr sz="1200">
                <a:solidFill>
                  <a:schemeClr val="accent5"/>
                </a:solidFill>
              </a:defRPr>
            </a:lvl4pPr>
            <a:lvl5pPr>
              <a:defRPr sz="1200"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290E82F9-BF9E-48C1-B2CB-7463ABBDC26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73534" y="5295596"/>
            <a:ext cx="5221224" cy="274320"/>
          </a:xfrm>
        </p:spPr>
        <p:txBody>
          <a:bodyPr/>
          <a:lstStyle>
            <a:lvl1pPr algn="l">
              <a:defRPr sz="1200" b="0">
                <a:solidFill>
                  <a:schemeClr val="tx1"/>
                </a:solidFill>
                <a:latin typeface="+mj-lt"/>
              </a:defRPr>
            </a:lvl1pPr>
            <a:lvl2pPr>
              <a:defRPr sz="1200">
                <a:solidFill>
                  <a:schemeClr val="accent5"/>
                </a:solidFill>
              </a:defRPr>
            </a:lvl2pPr>
            <a:lvl3pPr>
              <a:defRPr sz="1200">
                <a:solidFill>
                  <a:schemeClr val="accent5"/>
                </a:solidFill>
              </a:defRPr>
            </a:lvl3pPr>
            <a:lvl4pPr>
              <a:defRPr sz="1200">
                <a:solidFill>
                  <a:schemeClr val="accent5"/>
                </a:solidFill>
              </a:defRPr>
            </a:lvl4pPr>
            <a:lvl5pPr>
              <a:defRPr sz="1200"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Text Placeholder 9">
            <a:extLst>
              <a:ext uri="{FF2B5EF4-FFF2-40B4-BE49-F238E27FC236}">
                <a16:creationId xmlns:a16="http://schemas.microsoft.com/office/drawing/2014/main" id="{5C3C59AB-D0EC-46D7-B5C4-B1BF8449C8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73534" y="5589659"/>
            <a:ext cx="5221224" cy="603504"/>
          </a:xfrm>
        </p:spPr>
        <p:txBody>
          <a:bodyPr/>
          <a:lstStyle>
            <a:lvl1pPr algn="l">
              <a:defRPr sz="1100" b="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accent5"/>
                </a:solidFill>
              </a:defRPr>
            </a:lvl2pPr>
            <a:lvl3pPr>
              <a:defRPr sz="1200">
                <a:solidFill>
                  <a:schemeClr val="accent5"/>
                </a:solidFill>
              </a:defRPr>
            </a:lvl3pPr>
            <a:lvl4pPr>
              <a:defRPr sz="1200">
                <a:solidFill>
                  <a:schemeClr val="accent5"/>
                </a:solidFill>
              </a:defRPr>
            </a:lvl4pPr>
            <a:lvl5pPr>
              <a:defRPr sz="1200"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049786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0C5968"/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48E4AFE-E166-4B84-B0C8-9205038D8033}"/>
              </a:ext>
            </a:extLst>
          </p:cNvPr>
          <p:cNvPicPr>
            <a:picLocks noChangeAspect="1"/>
          </p:cNvPicPr>
          <p:nvPr userDrawn="1"/>
        </p:nvPicPr>
        <p:blipFill>
          <a:blip r:embed="rId1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V="1"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C617517-B672-49BA-AC6E-AB66D0639A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C92C27-7843-4B22-9200-B7304E6AE4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59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DB4F10-F75B-41A8-B994-BFF68949E5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6361475"/>
            <a:ext cx="838200" cy="360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PAGE </a:t>
            </a:r>
            <a:fld id="{4A9B5881-4007-4345-955A-79C2656F0C4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12D21E2-8DEB-4F43-A26E-B8DA900A9230}"/>
              </a:ext>
            </a:extLst>
          </p:cNvPr>
          <p:cNvSpPr/>
          <p:nvPr userDrawn="1"/>
        </p:nvSpPr>
        <p:spPr>
          <a:xfrm>
            <a:off x="0" y="6721475"/>
            <a:ext cx="12192000" cy="136525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tx1">
                  <a:lumMod val="75000"/>
                  <a:lumOff val="2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39201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59" r:id="rId2"/>
    <p:sldLayoutId id="2147483660" r:id="rId3"/>
    <p:sldLayoutId id="2147483665" r:id="rId4"/>
    <p:sldLayoutId id="2147483666" r:id="rId5"/>
    <p:sldLayoutId id="2147483650" r:id="rId6"/>
    <p:sldLayoutId id="2147483663" r:id="rId7"/>
    <p:sldLayoutId id="2147483664" r:id="rId8"/>
    <p:sldLayoutId id="2147483651" r:id="rId9"/>
    <p:sldLayoutId id="2147483652" r:id="rId10"/>
    <p:sldLayoutId id="2147483653" r:id="rId11"/>
    <p:sldLayoutId id="2147483654" r:id="rId12"/>
    <p:sldLayoutId id="2147483655" r:id="rId13"/>
    <p:sldLayoutId id="2147483656" r:id="rId14"/>
    <p:sldLayoutId id="2147483668" r:id="rId1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2"/>
        </a:buClr>
        <a:buFont typeface="Wingdings" panose="05000000000000000000" pitchFamily="2" charset="2"/>
        <a:buChar char="§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share.streamlit.io/" TargetMode="External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10C5037-DA4A-44E2-A9FB-84B1498768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Advanced</a:t>
            </a:r>
            <a:br>
              <a:rPr lang="en-US" dirty="0"/>
            </a:br>
            <a:r>
              <a:rPr lang="en-US" dirty="0"/>
              <a:t>Data Analytics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397C2DB-90F2-4971-AC44-7CDDF5A3B5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873612" y="4611901"/>
            <a:ext cx="4097994" cy="1749574"/>
          </a:xfrm>
        </p:spPr>
        <p:txBody>
          <a:bodyPr>
            <a:normAutofit/>
          </a:bodyPr>
          <a:lstStyle/>
          <a:p>
            <a:r>
              <a:rPr lang="en-US" sz="2000" dirty="0"/>
              <a:t>Instructor: Chris Santo</a:t>
            </a:r>
          </a:p>
          <a:p>
            <a:r>
              <a:rPr lang="en-US" sz="2000" dirty="0"/>
              <a:t>Using </a:t>
            </a:r>
            <a:r>
              <a:rPr lang="en-US" sz="2000" dirty="0" err="1"/>
              <a:t>Streamlit</a:t>
            </a:r>
            <a:r>
              <a:rPr lang="en-US" sz="2000" dirty="0"/>
              <a:t> and Python for</a:t>
            </a:r>
            <a:br>
              <a:rPr lang="en-US" sz="2000" dirty="0"/>
            </a:br>
            <a:r>
              <a:rPr lang="en-US" sz="2000" dirty="0"/>
              <a:t>Advanced Data Analytics</a:t>
            </a:r>
          </a:p>
          <a:p>
            <a:r>
              <a:rPr lang="en-US" sz="2000" dirty="0"/>
              <a:t>Wednesday 6/3/2026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26F5C050-EB87-421A-8A5C-E6CB301026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dirty="0"/>
              <a:t>PAGE </a:t>
            </a:r>
            <a:fld id="{4A9B5881-4007-4345-955A-79C2656F0C49}" type="slidenum">
              <a:rPr lang="en-US" smtClean="0"/>
              <a:pPr/>
              <a:t>1</a:t>
            </a:fld>
            <a:endParaRPr lang="en-US" dirty="0"/>
          </a:p>
        </p:txBody>
      </p:sp>
      <p:pic>
        <p:nvPicPr>
          <p:cNvPr id="1028" name="Picture 4" descr="Why Use Python? - Full Stack Python">
            <a:extLst>
              <a:ext uri="{FF2B5EF4-FFF2-40B4-BE49-F238E27FC236}">
                <a16:creationId xmlns:a16="http://schemas.microsoft.com/office/drawing/2014/main" id="{EE4ABF62-7A77-0014-3B23-91DC27DF60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315" y="152400"/>
            <a:ext cx="6452832" cy="2108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803B98B-2CC4-C151-F85F-93C92C16AF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315" y="2260599"/>
            <a:ext cx="4181634" cy="424874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FC36949-1A1E-5185-C512-B5E486C5FE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9828" y="2260600"/>
            <a:ext cx="2286319" cy="4248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62502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E3936C-6B04-AD77-1F1E-D8BF136A40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1">
            <a:extLst>
              <a:ext uri="{FF2B5EF4-FFF2-40B4-BE49-F238E27FC236}">
                <a16:creationId xmlns:a16="http://schemas.microsoft.com/office/drawing/2014/main" id="{073C8398-AF46-E89B-D756-2616EB4BF9EB}"/>
              </a:ext>
            </a:extLst>
          </p:cNvPr>
          <p:cNvSpPr txBox="1">
            <a:spLocks/>
          </p:cNvSpPr>
          <p:nvPr/>
        </p:nvSpPr>
        <p:spPr>
          <a:xfrm>
            <a:off x="607039" y="624086"/>
            <a:ext cx="10977921" cy="796767"/>
          </a:xfrm>
          <a:prstGeom prst="rect">
            <a:avLst/>
          </a:prstGeom>
          <a:solidFill>
            <a:srgbClr val="0C5968"/>
          </a:solidFill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0" i="0" kern="1200">
                <a:solidFill>
                  <a:schemeClr val="accent5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dirty="0">
                <a:solidFill>
                  <a:schemeClr val="bg1"/>
                </a:solidFill>
              </a:rPr>
              <a:t>Warning:  Experimental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A123F7A-018D-DEA0-5265-BB1DFE38205C}"/>
              </a:ext>
            </a:extLst>
          </p:cNvPr>
          <p:cNvSpPr txBox="1"/>
          <p:nvPr/>
        </p:nvSpPr>
        <p:spPr>
          <a:xfrm>
            <a:off x="607040" y="1635760"/>
            <a:ext cx="2931688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I've never run these labs in a classroom.  This is an experiment, so our results may vary.</a:t>
            </a:r>
            <a:br>
              <a:rPr lang="en-US" sz="2800" dirty="0">
                <a:solidFill>
                  <a:schemeClr val="bg1"/>
                </a:solidFill>
              </a:rPr>
            </a:br>
            <a:br>
              <a:rPr lang="en-US" sz="2800" dirty="0">
                <a:solidFill>
                  <a:schemeClr val="bg1"/>
                </a:solidFill>
              </a:rPr>
            </a:br>
            <a:r>
              <a:rPr lang="en-US" sz="2800" dirty="0">
                <a:solidFill>
                  <a:schemeClr val="bg1"/>
                </a:solidFill>
              </a:rPr>
              <a:t>Please be kind on my surveys </a:t>
            </a:r>
            <a:r>
              <a:rPr lang="en-US" sz="2800" dirty="0">
                <a:solidFill>
                  <a:schemeClr val="bg1"/>
                </a:solidFill>
                <a:sym typeface="Wingdings" panose="05000000000000000000" pitchFamily="2" charset="2"/>
              </a:rPr>
              <a:t></a:t>
            </a:r>
            <a:endParaRPr lang="en-US" sz="2800" dirty="0">
              <a:solidFill>
                <a:schemeClr val="bg1"/>
              </a:solidFill>
            </a:endParaRPr>
          </a:p>
          <a:p>
            <a:endParaRPr lang="en-US" sz="2800" dirty="0">
              <a:solidFill>
                <a:schemeClr val="bg1"/>
              </a:solidFill>
            </a:endParaRPr>
          </a:p>
        </p:txBody>
      </p:sp>
      <p:pic>
        <p:nvPicPr>
          <p:cNvPr id="2050" name="Picture 2" descr="Experimental Quantum Information ...">
            <a:extLst>
              <a:ext uri="{FF2B5EF4-FFF2-40B4-BE49-F238E27FC236}">
                <a16:creationId xmlns:a16="http://schemas.microsoft.com/office/drawing/2014/main" id="{A9EF4BFF-E9DB-338A-8358-3FA9E834DE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8369" y="1789423"/>
            <a:ext cx="7936591" cy="44444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Warning: Exposure to RoundUp Weed ...">
            <a:extLst>
              <a:ext uri="{FF2B5EF4-FFF2-40B4-BE49-F238E27FC236}">
                <a16:creationId xmlns:a16="http://schemas.microsoft.com/office/drawing/2014/main" id="{1709D9AC-D642-8B72-9009-C7C90CDB50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13064" y="38084"/>
            <a:ext cx="3071896" cy="17202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970773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F3126E-DB0D-838E-DCE8-EDC16E928A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1">
            <a:extLst>
              <a:ext uri="{FF2B5EF4-FFF2-40B4-BE49-F238E27FC236}">
                <a16:creationId xmlns:a16="http://schemas.microsoft.com/office/drawing/2014/main" id="{1049C454-BA40-15DC-2314-F6104F929E67}"/>
              </a:ext>
            </a:extLst>
          </p:cNvPr>
          <p:cNvSpPr txBox="1">
            <a:spLocks/>
          </p:cNvSpPr>
          <p:nvPr/>
        </p:nvSpPr>
        <p:spPr>
          <a:xfrm>
            <a:off x="607039" y="624086"/>
            <a:ext cx="10977921" cy="796767"/>
          </a:xfrm>
          <a:prstGeom prst="rect">
            <a:avLst/>
          </a:prstGeom>
          <a:solidFill>
            <a:srgbClr val="0C5968"/>
          </a:solidFill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0" i="0" kern="1200">
                <a:solidFill>
                  <a:schemeClr val="accent5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dirty="0" err="1">
                <a:solidFill>
                  <a:schemeClr val="bg1"/>
                </a:solidFill>
              </a:rPr>
              <a:t>Streamlit</a:t>
            </a:r>
            <a:r>
              <a:rPr lang="en-US" sz="4800" dirty="0">
                <a:solidFill>
                  <a:schemeClr val="bg1"/>
                </a:solidFill>
              </a:rPr>
              <a:t> – Multipage App Lab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9B6214B-BE7E-7CDF-8029-6AF3E6C6CCEC}"/>
              </a:ext>
            </a:extLst>
          </p:cNvPr>
          <p:cNvSpPr txBox="1"/>
          <p:nvPr/>
        </p:nvSpPr>
        <p:spPr>
          <a:xfrm>
            <a:off x="607039" y="1635760"/>
            <a:ext cx="11445261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Now we will create a multipage app in </a:t>
            </a:r>
            <a:r>
              <a:rPr lang="en-US" sz="2800" dirty="0" err="1">
                <a:solidFill>
                  <a:schemeClr val="bg1"/>
                </a:solidFill>
              </a:rPr>
              <a:t>Streamlit</a:t>
            </a:r>
            <a:r>
              <a:rPr lang="en-US" sz="2800" dirty="0">
                <a:solidFill>
                  <a:schemeClr val="bg1"/>
                </a:solidFill>
              </a:rPr>
              <a:t>.</a:t>
            </a:r>
          </a:p>
          <a:p>
            <a:endParaRPr lang="en-US" sz="2800" dirty="0">
              <a:solidFill>
                <a:schemeClr val="bg1"/>
              </a:solidFill>
            </a:endParaRPr>
          </a:p>
          <a:p>
            <a:r>
              <a:rPr lang="en-US" sz="2800" dirty="0">
                <a:solidFill>
                  <a:schemeClr val="bg1"/>
                </a:solidFill>
              </a:rPr>
              <a:t>Goals:</a:t>
            </a:r>
          </a:p>
          <a:p>
            <a:r>
              <a:rPr lang="en-US" sz="2800" dirty="0">
                <a:solidFill>
                  <a:schemeClr val="bg1"/>
                </a:solidFill>
              </a:rPr>
              <a:t>Create a multipage app in </a:t>
            </a:r>
            <a:r>
              <a:rPr lang="en-US" sz="2800" dirty="0" err="1">
                <a:solidFill>
                  <a:schemeClr val="bg1"/>
                </a:solidFill>
              </a:rPr>
              <a:t>Streamlit</a:t>
            </a:r>
            <a:r>
              <a:rPr lang="en-US" sz="2800" dirty="0">
                <a:solidFill>
                  <a:schemeClr val="bg1"/>
                </a:solidFill>
              </a:rPr>
              <a:t> using code cloned from a </a:t>
            </a:r>
            <a:r>
              <a:rPr lang="en-US" sz="2800" dirty="0" err="1">
                <a:solidFill>
                  <a:schemeClr val="bg1"/>
                </a:solidFill>
              </a:rPr>
              <a:t>github</a:t>
            </a:r>
            <a:r>
              <a:rPr lang="en-US" sz="2800" dirty="0">
                <a:solidFill>
                  <a:schemeClr val="bg1"/>
                </a:solidFill>
              </a:rPr>
              <a:t> repo</a:t>
            </a:r>
            <a:br>
              <a:rPr lang="en-US" sz="2800" dirty="0">
                <a:solidFill>
                  <a:schemeClr val="bg1"/>
                </a:solidFill>
              </a:rPr>
            </a:br>
            <a:r>
              <a:rPr lang="en-US" sz="2800" dirty="0">
                <a:solidFill>
                  <a:schemeClr val="bg1"/>
                </a:solidFill>
              </a:rPr>
              <a:t>Learn about more visualizations</a:t>
            </a:r>
          </a:p>
          <a:p>
            <a:endParaRPr lang="en-US" sz="2000" dirty="0">
              <a:solidFill>
                <a:schemeClr val="bg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ABC8393-A092-991A-15E8-E6F9CAC4D4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8405" y="624086"/>
            <a:ext cx="1115470" cy="796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31065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D60420-C060-914A-5F55-9B0C94BB2B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1">
            <a:extLst>
              <a:ext uri="{FF2B5EF4-FFF2-40B4-BE49-F238E27FC236}">
                <a16:creationId xmlns:a16="http://schemas.microsoft.com/office/drawing/2014/main" id="{1FCE3435-DD17-C4C7-9CC1-AC0C826011FD}"/>
              </a:ext>
            </a:extLst>
          </p:cNvPr>
          <p:cNvSpPr txBox="1">
            <a:spLocks/>
          </p:cNvSpPr>
          <p:nvPr/>
        </p:nvSpPr>
        <p:spPr>
          <a:xfrm>
            <a:off x="607039" y="624086"/>
            <a:ext cx="10977921" cy="796767"/>
          </a:xfrm>
          <a:prstGeom prst="rect">
            <a:avLst/>
          </a:prstGeom>
          <a:solidFill>
            <a:srgbClr val="0C5968"/>
          </a:solidFill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0" i="0" kern="1200">
                <a:solidFill>
                  <a:schemeClr val="accent5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dirty="0" err="1">
                <a:solidFill>
                  <a:schemeClr val="bg1"/>
                </a:solidFill>
              </a:rPr>
              <a:t>Streamlit</a:t>
            </a:r>
            <a:r>
              <a:rPr lang="en-US" sz="4800" dirty="0">
                <a:solidFill>
                  <a:schemeClr val="bg1"/>
                </a:solidFill>
              </a:rPr>
              <a:t> – Multipage App Lab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8221D3D-85A6-C2CA-8A42-E1B841E83B1B}"/>
              </a:ext>
            </a:extLst>
          </p:cNvPr>
          <p:cNvSpPr txBox="1"/>
          <p:nvPr/>
        </p:nvSpPr>
        <p:spPr>
          <a:xfrm>
            <a:off x="607039" y="1635760"/>
            <a:ext cx="11160418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>
                <a:solidFill>
                  <a:schemeClr val="bg1"/>
                </a:solidFill>
              </a:rPr>
              <a:t>Streamlit</a:t>
            </a:r>
            <a:r>
              <a:rPr lang="en-US" sz="2800" dirty="0">
                <a:solidFill>
                  <a:schemeClr val="bg1"/>
                </a:solidFill>
              </a:rPr>
              <a:t> allows you to create a multipage application with default navigation.  Each page has its own python script.  For this assignment, you'll make a copy of my git repository in your own </a:t>
            </a:r>
            <a:r>
              <a:rPr lang="en-US" sz="2800" dirty="0" err="1">
                <a:solidFill>
                  <a:schemeClr val="bg1"/>
                </a:solidFill>
              </a:rPr>
              <a:t>github</a:t>
            </a:r>
            <a:r>
              <a:rPr lang="en-US" sz="2800" dirty="0">
                <a:solidFill>
                  <a:schemeClr val="bg1"/>
                </a:solidFill>
              </a:rPr>
              <a:t>, then you'll work from there.</a:t>
            </a:r>
          </a:p>
          <a:p>
            <a:endParaRPr lang="en-US" sz="2800" dirty="0">
              <a:solidFill>
                <a:schemeClr val="bg1"/>
              </a:solidFill>
            </a:endParaRPr>
          </a:p>
          <a:p>
            <a:r>
              <a:rPr lang="en-US" sz="2800" dirty="0">
                <a:solidFill>
                  <a:schemeClr val="bg1"/>
                </a:solidFill>
              </a:rPr>
              <a:t>&gt; Login to github.com, navigate to repositories and click the green </a:t>
            </a:r>
            <a:r>
              <a:rPr lang="en-US" sz="2800" b="1" dirty="0">
                <a:solidFill>
                  <a:srgbClr val="00B050"/>
                </a:solidFill>
              </a:rPr>
              <a:t>"New" </a:t>
            </a:r>
            <a:r>
              <a:rPr lang="en-US" sz="2800" dirty="0">
                <a:solidFill>
                  <a:schemeClr val="bg1"/>
                </a:solidFill>
              </a:rPr>
              <a:t>button.</a:t>
            </a:r>
            <a:br>
              <a:rPr lang="en-US" sz="2800" dirty="0">
                <a:solidFill>
                  <a:schemeClr val="bg1"/>
                </a:solidFill>
              </a:rPr>
            </a:br>
            <a:r>
              <a:rPr lang="en-US" sz="2800" dirty="0">
                <a:solidFill>
                  <a:schemeClr val="bg1"/>
                </a:solidFill>
              </a:rPr>
              <a:t>&gt; Click the </a:t>
            </a:r>
            <a:r>
              <a:rPr lang="en-US" sz="2800" b="1" dirty="0">
                <a:solidFill>
                  <a:schemeClr val="accent3"/>
                </a:solidFill>
              </a:rPr>
              <a:t>"import a repository" </a:t>
            </a:r>
            <a:r>
              <a:rPr lang="en-US" sz="2800" dirty="0">
                <a:solidFill>
                  <a:schemeClr val="bg1"/>
                </a:solidFill>
              </a:rPr>
              <a:t>link near the top/middle of screen</a:t>
            </a:r>
          </a:p>
          <a:p>
            <a:endParaRPr lang="en-US" sz="2800" dirty="0">
              <a:solidFill>
                <a:schemeClr val="bg1"/>
              </a:solidFill>
            </a:endParaRPr>
          </a:p>
          <a:p>
            <a:r>
              <a:rPr lang="en-US" sz="2800" dirty="0">
                <a:solidFill>
                  <a:schemeClr val="bg1"/>
                </a:solidFill>
              </a:rPr>
              <a:t>(Instructor to Demo)</a:t>
            </a:r>
            <a:endParaRPr lang="en-US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2441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4D46C3-440F-91E3-C248-C0E2F0342E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1">
            <a:extLst>
              <a:ext uri="{FF2B5EF4-FFF2-40B4-BE49-F238E27FC236}">
                <a16:creationId xmlns:a16="http://schemas.microsoft.com/office/drawing/2014/main" id="{59E7C560-CAF3-610F-6CBB-1F5ABACE6044}"/>
              </a:ext>
            </a:extLst>
          </p:cNvPr>
          <p:cNvSpPr txBox="1">
            <a:spLocks/>
          </p:cNvSpPr>
          <p:nvPr/>
        </p:nvSpPr>
        <p:spPr>
          <a:xfrm>
            <a:off x="607039" y="624086"/>
            <a:ext cx="10977921" cy="796767"/>
          </a:xfrm>
          <a:prstGeom prst="rect">
            <a:avLst/>
          </a:prstGeom>
          <a:solidFill>
            <a:srgbClr val="0C5968"/>
          </a:solidFill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0" i="0" kern="1200">
                <a:solidFill>
                  <a:schemeClr val="accent5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dirty="0" err="1">
                <a:solidFill>
                  <a:schemeClr val="bg1"/>
                </a:solidFill>
              </a:rPr>
              <a:t>Streamlit</a:t>
            </a:r>
            <a:r>
              <a:rPr lang="en-US" sz="4800" dirty="0">
                <a:solidFill>
                  <a:schemeClr val="bg1"/>
                </a:solidFill>
              </a:rPr>
              <a:t> – Multipage App Lab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C334F85-2B7D-9AA6-13DD-757789EF6DAA}"/>
              </a:ext>
            </a:extLst>
          </p:cNvPr>
          <p:cNvSpPr txBox="1"/>
          <p:nvPr/>
        </p:nvSpPr>
        <p:spPr>
          <a:xfrm>
            <a:off x="607039" y="1635760"/>
            <a:ext cx="11160418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Next steps . . .</a:t>
            </a:r>
          </a:p>
          <a:p>
            <a:endParaRPr lang="en-US" sz="2800" dirty="0">
              <a:solidFill>
                <a:schemeClr val="bg1"/>
              </a:solidFill>
            </a:endParaRPr>
          </a:p>
          <a:p>
            <a:r>
              <a:rPr lang="en-US" sz="2800" dirty="0">
                <a:solidFill>
                  <a:schemeClr val="bg1"/>
                </a:solidFill>
              </a:rPr>
              <a:t>&gt; Paste in the follow URL for your source repository:</a:t>
            </a:r>
            <a:br>
              <a:rPr lang="en-US" sz="2800" dirty="0">
                <a:solidFill>
                  <a:schemeClr val="bg1"/>
                </a:solidFill>
              </a:rPr>
            </a:br>
            <a:r>
              <a:rPr lang="en-US" sz="28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https://github.com/csanto931/NITIC_streamlit</a:t>
            </a:r>
          </a:p>
          <a:p>
            <a:r>
              <a:rPr lang="en-US" sz="2800" dirty="0">
                <a:solidFill>
                  <a:schemeClr val="bg1"/>
                </a:solidFill>
              </a:rPr>
              <a:t>&gt; Leave username and access token fields blank</a:t>
            </a:r>
          </a:p>
          <a:p>
            <a:r>
              <a:rPr lang="en-US" sz="2800" dirty="0">
                <a:solidFill>
                  <a:schemeClr val="bg1"/>
                </a:solidFill>
              </a:rPr>
              <a:t>&gt; In "repository name" type in 	</a:t>
            </a:r>
            <a:r>
              <a:rPr lang="en-US" sz="2800" b="1" dirty="0" err="1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Streamlit</a:t>
            </a:r>
            <a:r>
              <a:rPr lang="en-US" sz="28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-Multipage</a:t>
            </a:r>
            <a:br>
              <a:rPr lang="en-US" sz="2800" dirty="0">
                <a:solidFill>
                  <a:schemeClr val="bg1"/>
                </a:solidFill>
              </a:rPr>
            </a:br>
            <a:r>
              <a:rPr lang="en-US" sz="2800" dirty="0">
                <a:solidFill>
                  <a:schemeClr val="bg1"/>
                </a:solidFill>
              </a:rPr>
              <a:t>&gt; Public access is OK</a:t>
            </a:r>
            <a:br>
              <a:rPr lang="en-US" sz="2800" dirty="0">
                <a:solidFill>
                  <a:schemeClr val="bg1"/>
                </a:solidFill>
              </a:rPr>
            </a:br>
            <a:r>
              <a:rPr lang="en-US" sz="2800" dirty="0">
                <a:solidFill>
                  <a:schemeClr val="bg1"/>
                </a:solidFill>
              </a:rPr>
              <a:t>&gt; Click green </a:t>
            </a:r>
            <a:r>
              <a:rPr lang="en-US" sz="2800" b="1" dirty="0">
                <a:solidFill>
                  <a:srgbClr val="00B050"/>
                </a:solidFill>
              </a:rPr>
              <a:t>"Begin Import" </a:t>
            </a:r>
            <a:r>
              <a:rPr lang="en-US" sz="2800" dirty="0">
                <a:solidFill>
                  <a:schemeClr val="bg1"/>
                </a:solidFill>
              </a:rPr>
              <a:t>button</a:t>
            </a:r>
          </a:p>
          <a:p>
            <a:r>
              <a:rPr lang="en-US" sz="2800" dirty="0">
                <a:solidFill>
                  <a:schemeClr val="bg1"/>
                </a:solidFill>
              </a:rPr>
              <a:t>&gt; And we wait and watch a big circle spinning</a:t>
            </a:r>
          </a:p>
          <a:p>
            <a:br>
              <a:rPr lang="en-US" sz="2800" dirty="0">
                <a:solidFill>
                  <a:schemeClr val="bg1"/>
                </a:solidFill>
              </a:rPr>
            </a:br>
            <a:r>
              <a:rPr lang="en-US" sz="2800" dirty="0">
                <a:solidFill>
                  <a:schemeClr val="bg1"/>
                </a:solidFill>
              </a:rPr>
              <a:t>(Instructor to Demo)</a:t>
            </a:r>
            <a:endParaRPr lang="en-US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4842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C142B5-4F20-B4D6-8AED-66DC22F7EB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1">
            <a:extLst>
              <a:ext uri="{FF2B5EF4-FFF2-40B4-BE49-F238E27FC236}">
                <a16:creationId xmlns:a16="http://schemas.microsoft.com/office/drawing/2014/main" id="{E012788A-9189-9CC8-DB91-E61225828EE7}"/>
              </a:ext>
            </a:extLst>
          </p:cNvPr>
          <p:cNvSpPr txBox="1">
            <a:spLocks/>
          </p:cNvSpPr>
          <p:nvPr/>
        </p:nvSpPr>
        <p:spPr>
          <a:xfrm>
            <a:off x="607039" y="624086"/>
            <a:ext cx="10977921" cy="796767"/>
          </a:xfrm>
          <a:prstGeom prst="rect">
            <a:avLst/>
          </a:prstGeom>
          <a:solidFill>
            <a:srgbClr val="0C5968"/>
          </a:solidFill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0" i="0" kern="1200">
                <a:solidFill>
                  <a:schemeClr val="accent5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dirty="0" err="1">
                <a:solidFill>
                  <a:schemeClr val="bg1"/>
                </a:solidFill>
              </a:rPr>
              <a:t>Streamlit</a:t>
            </a:r>
            <a:r>
              <a:rPr lang="en-US" sz="4800" dirty="0">
                <a:solidFill>
                  <a:schemeClr val="bg1"/>
                </a:solidFill>
              </a:rPr>
              <a:t> – Multipage App Lab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42B7B2B-214D-29B5-CF1D-1BDBAE969AF6}"/>
              </a:ext>
            </a:extLst>
          </p:cNvPr>
          <p:cNvSpPr txBox="1"/>
          <p:nvPr/>
        </p:nvSpPr>
        <p:spPr>
          <a:xfrm>
            <a:off x="607039" y="1635760"/>
            <a:ext cx="11160418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Hopefully we are here:</a:t>
            </a:r>
          </a:p>
          <a:p>
            <a:br>
              <a:rPr lang="en-US" sz="2800" dirty="0">
                <a:solidFill>
                  <a:schemeClr val="bg1"/>
                </a:solidFill>
              </a:rPr>
            </a:br>
            <a:endParaRPr lang="en-US" sz="2000" dirty="0">
              <a:solidFill>
                <a:schemeClr val="bg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D5BEC22-369E-67F1-A4BD-1C3C93AD0F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7037" y="2474557"/>
            <a:ext cx="9549543" cy="3879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71614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31A4D6-3E8C-B1DD-6D3B-EC8299FC19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1">
            <a:extLst>
              <a:ext uri="{FF2B5EF4-FFF2-40B4-BE49-F238E27FC236}">
                <a16:creationId xmlns:a16="http://schemas.microsoft.com/office/drawing/2014/main" id="{E2D91323-8007-1888-FDD6-B4A22B9D79CC}"/>
              </a:ext>
            </a:extLst>
          </p:cNvPr>
          <p:cNvSpPr txBox="1">
            <a:spLocks/>
          </p:cNvSpPr>
          <p:nvPr/>
        </p:nvSpPr>
        <p:spPr>
          <a:xfrm>
            <a:off x="607039" y="624086"/>
            <a:ext cx="10977921" cy="796767"/>
          </a:xfrm>
          <a:prstGeom prst="rect">
            <a:avLst/>
          </a:prstGeom>
          <a:solidFill>
            <a:srgbClr val="0C5968"/>
          </a:solidFill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0" i="0" kern="1200">
                <a:solidFill>
                  <a:schemeClr val="accent5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dirty="0" err="1">
                <a:solidFill>
                  <a:schemeClr val="bg1"/>
                </a:solidFill>
              </a:rPr>
              <a:t>Streamlit</a:t>
            </a:r>
            <a:r>
              <a:rPr lang="en-US" sz="4800" dirty="0">
                <a:solidFill>
                  <a:schemeClr val="bg1"/>
                </a:solidFill>
              </a:rPr>
              <a:t> – Multipage App Lab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4A9011A-C2BA-9220-457F-FA821BDF2954}"/>
              </a:ext>
            </a:extLst>
          </p:cNvPr>
          <p:cNvSpPr txBox="1"/>
          <p:nvPr/>
        </p:nvSpPr>
        <p:spPr>
          <a:xfrm>
            <a:off x="607039" y="1595021"/>
            <a:ext cx="11160418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Next steps . . .</a:t>
            </a:r>
          </a:p>
          <a:p>
            <a:endParaRPr lang="en-US" sz="2800" dirty="0">
              <a:solidFill>
                <a:schemeClr val="bg1"/>
              </a:solidFill>
            </a:endParaRPr>
          </a:p>
          <a:p>
            <a:r>
              <a:rPr lang="en-US" sz="2800" dirty="0">
                <a:solidFill>
                  <a:schemeClr val="bg1"/>
                </a:solidFill>
              </a:rPr>
              <a:t>&gt; Now we publish your version of the multipage app to the community cloud.</a:t>
            </a:r>
            <a:br>
              <a:rPr lang="en-US" sz="2800" dirty="0">
                <a:solidFill>
                  <a:schemeClr val="bg1"/>
                </a:solidFill>
              </a:rPr>
            </a:br>
            <a:r>
              <a:rPr lang="en-US" sz="2800" dirty="0">
                <a:solidFill>
                  <a:schemeClr val="bg1"/>
                </a:solidFill>
              </a:rPr>
              <a:t>&gt; Navigate to </a:t>
            </a:r>
            <a:r>
              <a:rPr lang="en-US" sz="2800" dirty="0">
                <a:solidFill>
                  <a:schemeClr val="bg1"/>
                </a:solidFill>
                <a:hlinkClick r:id="rId2"/>
              </a:rPr>
              <a:t>https://share.streamlit.io</a:t>
            </a:r>
            <a:r>
              <a:rPr lang="en-US" sz="2800" dirty="0">
                <a:solidFill>
                  <a:schemeClr val="bg1"/>
                </a:solidFill>
              </a:rPr>
              <a:t> and login like last time.</a:t>
            </a:r>
          </a:p>
          <a:p>
            <a:r>
              <a:rPr lang="en-US" sz="2800" dirty="0">
                <a:solidFill>
                  <a:schemeClr val="bg1"/>
                </a:solidFill>
              </a:rPr>
              <a:t>&gt; Click "Create App" at top/right of screen.</a:t>
            </a:r>
            <a:br>
              <a:rPr lang="en-US" sz="2800" dirty="0">
                <a:solidFill>
                  <a:schemeClr val="bg1"/>
                </a:solidFill>
              </a:rPr>
            </a:br>
            <a:r>
              <a:rPr lang="en-US" sz="2800" dirty="0">
                <a:solidFill>
                  <a:schemeClr val="bg1"/>
                </a:solidFill>
              </a:rPr>
              <a:t>&gt; Select "Deploy a public app from </a:t>
            </a:r>
            <a:r>
              <a:rPr lang="en-US" sz="2800" dirty="0" err="1">
                <a:solidFill>
                  <a:schemeClr val="bg1"/>
                </a:solidFill>
              </a:rPr>
              <a:t>Github</a:t>
            </a:r>
            <a:r>
              <a:rPr lang="en-US" sz="2800" dirty="0">
                <a:solidFill>
                  <a:schemeClr val="bg1"/>
                </a:solidFill>
              </a:rPr>
              <a:t>"</a:t>
            </a:r>
            <a:br>
              <a:rPr lang="en-US" sz="2800" dirty="0">
                <a:solidFill>
                  <a:schemeClr val="bg1"/>
                </a:solidFill>
              </a:rPr>
            </a:br>
            <a:r>
              <a:rPr lang="en-US" sz="2800" dirty="0">
                <a:solidFill>
                  <a:schemeClr val="bg1"/>
                </a:solidFill>
              </a:rPr>
              <a:t>&gt; Pick the repository we just copied from dropdown</a:t>
            </a:r>
            <a:br>
              <a:rPr lang="en-US" sz="2800" dirty="0">
                <a:solidFill>
                  <a:schemeClr val="bg1"/>
                </a:solidFill>
              </a:rPr>
            </a:br>
            <a:r>
              <a:rPr lang="en-US" sz="2800" dirty="0">
                <a:solidFill>
                  <a:schemeClr val="bg1"/>
                </a:solidFill>
              </a:rPr>
              <a:t>&gt; Branch = main should be OK</a:t>
            </a:r>
            <a:br>
              <a:rPr lang="en-US" sz="2800" dirty="0">
                <a:solidFill>
                  <a:schemeClr val="bg1"/>
                </a:solidFill>
              </a:rPr>
            </a:br>
            <a:r>
              <a:rPr lang="en-US" sz="2800" dirty="0">
                <a:solidFill>
                  <a:schemeClr val="bg1"/>
                </a:solidFill>
              </a:rPr>
              <a:t>&gt; Main file path = select the hello.py</a:t>
            </a:r>
          </a:p>
          <a:p>
            <a:r>
              <a:rPr lang="en-US" sz="2800" dirty="0">
                <a:solidFill>
                  <a:schemeClr val="bg1"/>
                </a:solidFill>
              </a:rPr>
              <a:t>&gt; Note the app URL.  Don't change it.  Click Deploy.</a:t>
            </a:r>
            <a:br>
              <a:rPr lang="en-US" sz="2800" dirty="0">
                <a:solidFill>
                  <a:schemeClr val="bg1"/>
                </a:solidFill>
              </a:rPr>
            </a:br>
            <a:r>
              <a:rPr lang="en-US" sz="2800" dirty="0">
                <a:solidFill>
                  <a:schemeClr val="bg1"/>
                </a:solidFill>
              </a:rPr>
              <a:t>(Instructor to demo)</a:t>
            </a:r>
            <a:endParaRPr lang="en-US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045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BD3B99-56FA-FA41-3472-F1713A8120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1">
            <a:extLst>
              <a:ext uri="{FF2B5EF4-FFF2-40B4-BE49-F238E27FC236}">
                <a16:creationId xmlns:a16="http://schemas.microsoft.com/office/drawing/2014/main" id="{EB6C1441-81C5-BB23-AFFF-691DEDD82C43}"/>
              </a:ext>
            </a:extLst>
          </p:cNvPr>
          <p:cNvSpPr txBox="1">
            <a:spLocks/>
          </p:cNvSpPr>
          <p:nvPr/>
        </p:nvSpPr>
        <p:spPr>
          <a:xfrm>
            <a:off x="607039" y="624086"/>
            <a:ext cx="10977921" cy="796767"/>
          </a:xfrm>
          <a:prstGeom prst="rect">
            <a:avLst/>
          </a:prstGeom>
          <a:solidFill>
            <a:srgbClr val="0C5968"/>
          </a:solidFill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0" i="0" kern="1200">
                <a:solidFill>
                  <a:schemeClr val="accent5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dirty="0" err="1">
                <a:solidFill>
                  <a:schemeClr val="bg1"/>
                </a:solidFill>
              </a:rPr>
              <a:t>Streamlit</a:t>
            </a:r>
            <a:r>
              <a:rPr lang="en-US" sz="4800" dirty="0">
                <a:solidFill>
                  <a:schemeClr val="bg1"/>
                </a:solidFill>
              </a:rPr>
              <a:t> – Multipage App Lab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BFDF529-96B3-17D4-FEEB-06C509D522D2}"/>
              </a:ext>
            </a:extLst>
          </p:cNvPr>
          <p:cNvSpPr txBox="1"/>
          <p:nvPr/>
        </p:nvSpPr>
        <p:spPr>
          <a:xfrm>
            <a:off x="607039" y="1635760"/>
            <a:ext cx="1116041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Success</a:t>
            </a:r>
            <a:br>
              <a:rPr lang="en-US" sz="2800" dirty="0">
                <a:solidFill>
                  <a:schemeClr val="bg1"/>
                </a:solidFill>
              </a:rPr>
            </a:br>
            <a:endParaRPr lang="en-US" sz="2000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4CBA24-926E-B477-9894-46479D76A1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7817" y="2199421"/>
            <a:ext cx="9797143" cy="4383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09092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BE2989-5705-79A1-84FE-87FB167623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1">
            <a:extLst>
              <a:ext uri="{FF2B5EF4-FFF2-40B4-BE49-F238E27FC236}">
                <a16:creationId xmlns:a16="http://schemas.microsoft.com/office/drawing/2014/main" id="{510360E8-6801-A82D-4F73-1FEAEA3B8276}"/>
              </a:ext>
            </a:extLst>
          </p:cNvPr>
          <p:cNvSpPr txBox="1">
            <a:spLocks/>
          </p:cNvSpPr>
          <p:nvPr/>
        </p:nvSpPr>
        <p:spPr>
          <a:xfrm>
            <a:off x="607039" y="624086"/>
            <a:ext cx="10977921" cy="796767"/>
          </a:xfrm>
          <a:prstGeom prst="rect">
            <a:avLst/>
          </a:prstGeom>
          <a:solidFill>
            <a:srgbClr val="0C5968"/>
          </a:solidFill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0" i="0" kern="1200">
                <a:solidFill>
                  <a:schemeClr val="accent5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dirty="0" err="1">
                <a:solidFill>
                  <a:schemeClr val="bg1"/>
                </a:solidFill>
              </a:rPr>
              <a:t>Streamlit</a:t>
            </a:r>
            <a:r>
              <a:rPr lang="en-US" sz="4800" dirty="0">
                <a:solidFill>
                  <a:schemeClr val="bg1"/>
                </a:solidFill>
              </a:rPr>
              <a:t> – Multipage App Lab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E2F8FEE-1E96-DD57-CB25-B8D160D0CF5E}"/>
              </a:ext>
            </a:extLst>
          </p:cNvPr>
          <p:cNvSpPr txBox="1"/>
          <p:nvPr/>
        </p:nvSpPr>
        <p:spPr>
          <a:xfrm>
            <a:off x="607039" y="1595021"/>
            <a:ext cx="1116041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Instructor to walkthrough code of the multipage app.</a:t>
            </a:r>
          </a:p>
          <a:p>
            <a:endParaRPr lang="en-US" sz="2800" dirty="0">
              <a:solidFill>
                <a:schemeClr val="bg1"/>
              </a:solidFill>
            </a:endParaRPr>
          </a:p>
          <a:p>
            <a:r>
              <a:rPr lang="en-US" sz="2800" dirty="0">
                <a:solidFill>
                  <a:schemeClr val="bg1"/>
                </a:solidFill>
              </a:rPr>
              <a:t>(Instructor to demo)</a:t>
            </a:r>
            <a:endParaRPr lang="en-US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15809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91E52B-C5D5-74CF-EA52-32644C87CA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1">
            <a:extLst>
              <a:ext uri="{FF2B5EF4-FFF2-40B4-BE49-F238E27FC236}">
                <a16:creationId xmlns:a16="http://schemas.microsoft.com/office/drawing/2014/main" id="{9F0FABFC-5578-A2EC-7BCD-17EED4D4BB76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0" i="0" kern="1200">
                <a:solidFill>
                  <a:schemeClr val="accent5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44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Streamlit</a:t>
            </a:r>
            <a:r>
              <a:rPr lang="en-US" sz="44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– Multipage App Lab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BFDCE2E-5D61-5A18-5A04-133E14E0F331}"/>
              </a:ext>
            </a:extLst>
          </p:cNvPr>
          <p:cNvSpPr txBox="1"/>
          <p:nvPr/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</a:pPr>
            <a:endParaRPr lang="en-US" sz="2000" dirty="0">
              <a:solidFill>
                <a:schemeClr val="bg1"/>
              </a:solidFill>
            </a:endParaRP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</a:pPr>
            <a:endParaRPr lang="en-US" sz="2000" dirty="0">
              <a:solidFill>
                <a:schemeClr val="bg1"/>
              </a:solidFill>
            </a:endParaRP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</a:pPr>
            <a:endParaRPr lang="en-US" sz="2000" dirty="0">
              <a:solidFill>
                <a:schemeClr val="bg1"/>
              </a:solidFill>
            </a:endParaRP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</a:pPr>
            <a:endParaRPr lang="en-US" sz="2000" dirty="0">
              <a:solidFill>
                <a:schemeClr val="bg1"/>
              </a:solidFill>
            </a:endParaRP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</a:pPr>
            <a:endParaRPr lang="en-US" sz="2000" dirty="0">
              <a:solidFill>
                <a:schemeClr val="bg1"/>
              </a:solidFill>
            </a:endParaRP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</a:pPr>
            <a:endParaRPr lang="en-US" sz="2000" dirty="0">
              <a:solidFill>
                <a:schemeClr val="bg1"/>
              </a:solidFill>
            </a:endParaRP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chemeClr val="bg1"/>
                </a:solidFill>
              </a:rPr>
              <a:t>Reflections – Comments – Questions?</a:t>
            </a:r>
          </a:p>
        </p:txBody>
      </p:sp>
      <p:pic>
        <p:nvPicPr>
          <p:cNvPr id="3074" name="Picture 2" descr="Answering the Question Behind the ...">
            <a:extLst>
              <a:ext uri="{FF2B5EF4-FFF2-40B4-BE49-F238E27FC236}">
                <a16:creationId xmlns:a16="http://schemas.microsoft.com/office/drawing/2014/main" id="{F6C5D578-52B7-B3F4-7E59-62DC9C0D11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172200" y="2377483"/>
            <a:ext cx="5181600" cy="3247622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3079" name="Slide Number Placeholder 4">
            <a:extLst>
              <a:ext uri="{FF2B5EF4-FFF2-40B4-BE49-F238E27FC236}">
                <a16:creationId xmlns:a16="http://schemas.microsoft.com/office/drawing/2014/main" id="{AA447CA5-726F-CDF0-B430-EA053818F7B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353800" y="6361475"/>
            <a:ext cx="838200" cy="360000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PAGE </a:t>
            </a:r>
            <a:fld id="{4A9B5881-4007-4345-955A-79C2656F0C49}" type="slidenum">
              <a:rPr lang="en-US" smtClean="0"/>
              <a:pPr>
                <a:spcAft>
                  <a:spcPts val="600"/>
                </a:spcAft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0080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29CD3F-C547-401E-630D-25DC5865A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63CBF5-AB29-6792-9179-0EDBEF10D5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PAGE </a:t>
            </a:r>
            <a:fld id="{4A9B5881-4007-4345-955A-79C2656F0C49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5122" name="Picture 2" descr="Free Vectors | THE END (shaded text)">
            <a:extLst>
              <a:ext uri="{FF2B5EF4-FFF2-40B4-BE49-F238E27FC236}">
                <a16:creationId xmlns:a16="http://schemas.microsoft.com/office/drawing/2014/main" id="{36D14B9C-3E27-8F0E-B7C4-024A226BAA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3949" y="812800"/>
            <a:ext cx="6939643" cy="3886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143963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254">
      <a:dk1>
        <a:srgbClr val="000000"/>
      </a:dk1>
      <a:lt1>
        <a:srgbClr val="FFFFFF"/>
      </a:lt1>
      <a:dk2>
        <a:srgbClr val="242A41"/>
      </a:dk2>
      <a:lt2>
        <a:srgbClr val="E2E8E3"/>
      </a:lt2>
      <a:accent1>
        <a:srgbClr val="5370C5"/>
      </a:accent1>
      <a:accent2>
        <a:srgbClr val="17B2D1"/>
      </a:accent2>
      <a:accent3>
        <a:srgbClr val="2978E7"/>
      </a:accent3>
      <a:accent4>
        <a:srgbClr val="7829E7"/>
      </a:accent4>
      <a:accent5>
        <a:srgbClr val="B517D5"/>
      </a:accent5>
      <a:accent6>
        <a:srgbClr val="E729B7"/>
      </a:accent6>
      <a:hlink>
        <a:srgbClr val="5370C5"/>
      </a:hlink>
      <a:folHlink>
        <a:srgbClr val="7F7F7F"/>
      </a:folHlink>
    </a:clrScheme>
    <a:fontScheme name="MS Surge Teach Light and Dark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34098415_win32_fixed" id="{1E7205E9-DD76-422B-B9FD-343E9C2C894B}" vid="{008E2BBC-A2E4-4140-B026-F6CAB784062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Custom 254">
    <a:dk1>
      <a:srgbClr val="000000"/>
    </a:dk1>
    <a:lt1>
      <a:srgbClr val="FFFFFF"/>
    </a:lt1>
    <a:dk2>
      <a:srgbClr val="242A41"/>
    </a:dk2>
    <a:lt2>
      <a:srgbClr val="E2E8E3"/>
    </a:lt2>
    <a:accent1>
      <a:srgbClr val="5370C5"/>
    </a:accent1>
    <a:accent2>
      <a:srgbClr val="17B2D1"/>
    </a:accent2>
    <a:accent3>
      <a:srgbClr val="2978E7"/>
    </a:accent3>
    <a:accent4>
      <a:srgbClr val="7829E7"/>
    </a:accent4>
    <a:accent5>
      <a:srgbClr val="B517D5"/>
    </a:accent5>
    <a:accent6>
      <a:srgbClr val="E729B7"/>
    </a:accent6>
    <a:hlink>
      <a:srgbClr val="5370C5"/>
    </a:hlink>
    <a:folHlink>
      <a:srgbClr val="7F7F7F"/>
    </a:folHlink>
  </a:clrScheme>
</a:themeOverride>
</file>

<file path=ppt/theme/themeOverride2.xml><?xml version="1.0" encoding="utf-8"?>
<a:themeOverride xmlns:a="http://schemas.openxmlformats.org/drawingml/2006/main">
  <a:clrScheme name="Custom 254">
    <a:dk1>
      <a:srgbClr val="000000"/>
    </a:dk1>
    <a:lt1>
      <a:srgbClr val="FFFFFF"/>
    </a:lt1>
    <a:dk2>
      <a:srgbClr val="242A41"/>
    </a:dk2>
    <a:lt2>
      <a:srgbClr val="E2E8E3"/>
    </a:lt2>
    <a:accent1>
      <a:srgbClr val="5370C5"/>
    </a:accent1>
    <a:accent2>
      <a:srgbClr val="17B2D1"/>
    </a:accent2>
    <a:accent3>
      <a:srgbClr val="2978E7"/>
    </a:accent3>
    <a:accent4>
      <a:srgbClr val="7829E7"/>
    </a:accent4>
    <a:accent5>
      <a:srgbClr val="B517D5"/>
    </a:accent5>
    <a:accent6>
      <a:srgbClr val="E729B7"/>
    </a:accent6>
    <a:hlink>
      <a:srgbClr val="5370C5"/>
    </a:hlink>
    <a:folHlink>
      <a:srgbClr val="7F7F7F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4" ma:contentTypeDescription="Create a new document." ma:contentTypeScope="" ma:versionID="2d714a3296df14eba7a100bb665443ca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49549bf45bfbbfb6cffed527380e77e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FCFB5EA-1DDA-4423-A8FC-85579F36DEC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C7B5194-E537-408E-9CFF-66A6141D5DE3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FF9969FA-0C19-40F2-9B6F-EADA7B231A6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Classic corporate teach a course with animation</Template>
  <TotalTime>7431</TotalTime>
  <Words>427</Words>
  <Application>Microsoft Office PowerPoint</Application>
  <PresentationFormat>Widescreen</PresentationFormat>
  <Paragraphs>53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Calibri Light</vt:lpstr>
      <vt:lpstr>Courier New</vt:lpstr>
      <vt:lpstr>Wingdings</vt:lpstr>
      <vt:lpstr>Office Theme</vt:lpstr>
      <vt:lpstr>Advanced Data Analytics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End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 Santo</dc:creator>
  <cp:lastModifiedBy>Santo,Chris</cp:lastModifiedBy>
  <cp:revision>30</cp:revision>
  <dcterms:created xsi:type="dcterms:W3CDTF">2024-06-28T21:19:00Z</dcterms:created>
  <dcterms:modified xsi:type="dcterms:W3CDTF">2026-05-10T01:00:47Z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